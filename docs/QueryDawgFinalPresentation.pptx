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3" r:id="rId4"/>
    <p:sldId id="258" r:id="rId5"/>
    <p:sldId id="259" r:id="rId6"/>
    <p:sldId id="261" r:id="rId7"/>
    <p:sldId id="262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D876D7-88F0-9044-B4BC-46DE9000090B}" v="11" dt="2025-11-26T18:05:02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1"/>
    <p:restoredTop sz="94689"/>
  </p:normalViewPr>
  <p:slideViewPr>
    <p:cSldViewPr snapToGrid="0">
      <p:cViewPr varScale="1">
        <p:scale>
          <a:sx n="122" d="100"/>
          <a:sy n="122" d="100"/>
        </p:scale>
        <p:origin x="147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Person" userId="107adbf8d412eaac" providerId="LiveId" clId="{5ED876D7-88F0-9044-B4BC-46DE9000090B}"/>
    <pc:docChg chg="undo redo custSel addSld delSld modSld">
      <pc:chgData name="Scott Person" userId="107adbf8d412eaac" providerId="LiveId" clId="{5ED876D7-88F0-9044-B4BC-46DE9000090B}" dt="2025-11-26T19:23:43.321" v="1162" actId="20577"/>
      <pc:docMkLst>
        <pc:docMk/>
      </pc:docMkLst>
      <pc:sldChg chg="modSp mod">
        <pc:chgData name="Scott Person" userId="107adbf8d412eaac" providerId="LiveId" clId="{5ED876D7-88F0-9044-B4BC-46DE9000090B}" dt="2025-11-25T17:23:55.833" v="146"/>
        <pc:sldMkLst>
          <pc:docMk/>
          <pc:sldMk cId="148579054" sldId="256"/>
        </pc:sldMkLst>
        <pc:spChg chg="mod">
          <ac:chgData name="Scott Person" userId="107adbf8d412eaac" providerId="LiveId" clId="{5ED876D7-88F0-9044-B4BC-46DE9000090B}" dt="2025-11-25T17:23:55.833" v="146"/>
          <ac:spMkLst>
            <pc:docMk/>
            <pc:sldMk cId="148579054" sldId="256"/>
            <ac:spMk id="2" creationId="{F993C646-B2A7-5A79-EE30-FC0BAE90D83C}"/>
          </ac:spMkLst>
        </pc:spChg>
      </pc:sldChg>
      <pc:sldChg chg="modSp mod">
        <pc:chgData name="Scott Person" userId="107adbf8d412eaac" providerId="LiveId" clId="{5ED876D7-88F0-9044-B4BC-46DE9000090B}" dt="2025-11-26T19:23:43.321" v="1162" actId="20577"/>
        <pc:sldMkLst>
          <pc:docMk/>
          <pc:sldMk cId="1511520914" sldId="257"/>
        </pc:sldMkLst>
        <pc:spChg chg="mod">
          <ac:chgData name="Scott Person" userId="107adbf8d412eaac" providerId="LiveId" clId="{5ED876D7-88F0-9044-B4BC-46DE9000090B}" dt="2025-11-26T19:23:43.321" v="1162" actId="20577"/>
          <ac:spMkLst>
            <pc:docMk/>
            <pc:sldMk cId="1511520914" sldId="257"/>
            <ac:spMk id="3" creationId="{6658DF5D-0638-1F01-6DFA-FC856320BB2E}"/>
          </ac:spMkLst>
        </pc:spChg>
      </pc:sldChg>
      <pc:sldChg chg="modSp mod">
        <pc:chgData name="Scott Person" userId="107adbf8d412eaac" providerId="LiveId" clId="{5ED876D7-88F0-9044-B4BC-46DE9000090B}" dt="2025-11-26T17:45:51.468" v="827" actId="1076"/>
        <pc:sldMkLst>
          <pc:docMk/>
          <pc:sldMk cId="3336678051" sldId="258"/>
        </pc:sldMkLst>
        <pc:spChg chg="mod">
          <ac:chgData name="Scott Person" userId="107adbf8d412eaac" providerId="LiveId" clId="{5ED876D7-88F0-9044-B4BC-46DE9000090B}" dt="2025-11-26T17:44:26.451" v="788" actId="20577"/>
          <ac:spMkLst>
            <pc:docMk/>
            <pc:sldMk cId="3336678051" sldId="258"/>
            <ac:spMk id="2" creationId="{4EE110F9-8445-10F0-2587-1F69019215ED}"/>
          </ac:spMkLst>
        </pc:spChg>
        <pc:picChg chg="mod">
          <ac:chgData name="Scott Person" userId="107adbf8d412eaac" providerId="LiveId" clId="{5ED876D7-88F0-9044-B4BC-46DE9000090B}" dt="2025-11-26T17:45:51.468" v="827" actId="1076"/>
          <ac:picMkLst>
            <pc:docMk/>
            <pc:sldMk cId="3336678051" sldId="258"/>
            <ac:picMk id="5" creationId="{01FD7384-B3D9-42E3-A9B6-5E35FEAB0C0A}"/>
          </ac:picMkLst>
        </pc:picChg>
      </pc:sldChg>
      <pc:sldChg chg="addSp delSp modSp mod">
        <pc:chgData name="Scott Person" userId="107adbf8d412eaac" providerId="LiveId" clId="{5ED876D7-88F0-9044-B4BC-46DE9000090B}" dt="2025-11-25T19:33:47.582" v="743" actId="478"/>
        <pc:sldMkLst>
          <pc:docMk/>
          <pc:sldMk cId="1170933679" sldId="259"/>
        </pc:sldMkLst>
        <pc:spChg chg="add del">
          <ac:chgData name="Scott Person" userId="107adbf8d412eaac" providerId="LiveId" clId="{5ED876D7-88F0-9044-B4BC-46DE9000090B}" dt="2025-11-25T19:25:19.995" v="200" actId="22"/>
          <ac:spMkLst>
            <pc:docMk/>
            <pc:sldMk cId="1170933679" sldId="259"/>
            <ac:spMk id="6" creationId="{35EEB9E9-5928-40B6-F704-E2D9DAB07A18}"/>
          </ac:spMkLst>
        </pc:spChg>
        <pc:spChg chg="add del mod">
          <ac:chgData name="Scott Person" userId="107adbf8d412eaac" providerId="LiveId" clId="{5ED876D7-88F0-9044-B4BC-46DE9000090B}" dt="2025-11-25T19:33:47.582" v="743" actId="478"/>
          <ac:spMkLst>
            <pc:docMk/>
            <pc:sldMk cId="1170933679" sldId="259"/>
            <ac:spMk id="7" creationId="{840DE375-275A-B335-7B2E-D5E919E1A5F3}"/>
          </ac:spMkLst>
        </pc:spChg>
      </pc:sldChg>
      <pc:sldChg chg="addSp delSp modSp mod">
        <pc:chgData name="Scott Person" userId="107adbf8d412eaac" providerId="LiveId" clId="{5ED876D7-88F0-9044-B4BC-46DE9000090B}" dt="2025-11-25T19:33:33.820" v="741" actId="1076"/>
        <pc:sldMkLst>
          <pc:docMk/>
          <pc:sldMk cId="890176041" sldId="260"/>
        </pc:sldMkLst>
        <pc:spChg chg="mod">
          <ac:chgData name="Scott Person" userId="107adbf8d412eaac" providerId="LiveId" clId="{5ED876D7-88F0-9044-B4BC-46DE9000090B}" dt="2025-11-25T19:33:33.820" v="741" actId="1076"/>
          <ac:spMkLst>
            <pc:docMk/>
            <pc:sldMk cId="890176041" sldId="260"/>
            <ac:spMk id="3" creationId="{D32562CC-AD40-A364-6457-6AA8BB62581E}"/>
          </ac:spMkLst>
        </pc:spChg>
        <pc:spChg chg="del">
          <ac:chgData name="Scott Person" userId="107adbf8d412eaac" providerId="LiveId" clId="{5ED876D7-88F0-9044-B4BC-46DE9000090B}" dt="2025-11-25T19:33:17.908" v="737" actId="478"/>
          <ac:spMkLst>
            <pc:docMk/>
            <pc:sldMk cId="890176041" sldId="260"/>
            <ac:spMk id="4" creationId="{5C5F0984-1EAC-AE09-2F38-D8D72140365A}"/>
          </ac:spMkLst>
        </pc:spChg>
        <pc:spChg chg="add del mod">
          <ac:chgData name="Scott Person" userId="107adbf8d412eaac" providerId="LiveId" clId="{5ED876D7-88F0-9044-B4BC-46DE9000090B}" dt="2025-11-25T19:33:20.400" v="738" actId="478"/>
          <ac:spMkLst>
            <pc:docMk/>
            <pc:sldMk cId="890176041" sldId="260"/>
            <ac:spMk id="6" creationId="{20CE7267-6317-6994-C443-161893BBCD93}"/>
          </ac:spMkLst>
        </pc:spChg>
      </pc:sldChg>
      <pc:sldChg chg="del">
        <pc:chgData name="Scott Person" userId="107adbf8d412eaac" providerId="LiveId" clId="{5ED876D7-88F0-9044-B4BC-46DE9000090B}" dt="2025-11-25T19:18:22.041" v="198" actId="2696"/>
        <pc:sldMkLst>
          <pc:docMk/>
          <pc:sldMk cId="652508466" sldId="261"/>
        </pc:sldMkLst>
      </pc:sldChg>
      <pc:sldChg chg="modSp new add del mod">
        <pc:chgData name="Scott Person" userId="107adbf8d412eaac" providerId="LiveId" clId="{5ED876D7-88F0-9044-B4BC-46DE9000090B}" dt="2025-11-25T19:29:17.277" v="408" actId="20577"/>
        <pc:sldMkLst>
          <pc:docMk/>
          <pc:sldMk cId="3549470281" sldId="261"/>
        </pc:sldMkLst>
        <pc:spChg chg="mod">
          <ac:chgData name="Scott Person" userId="107adbf8d412eaac" providerId="LiveId" clId="{5ED876D7-88F0-9044-B4BC-46DE9000090B}" dt="2025-11-25T19:29:17.277" v="408" actId="20577"/>
          <ac:spMkLst>
            <pc:docMk/>
            <pc:sldMk cId="3549470281" sldId="261"/>
            <ac:spMk id="2" creationId="{B555D324-A8C2-92EC-C7D2-A4CDCEF50636}"/>
          </ac:spMkLst>
        </pc:spChg>
      </pc:sldChg>
      <pc:sldChg chg="addSp delSp modSp new mod modClrScheme chgLayout">
        <pc:chgData name="Scott Person" userId="107adbf8d412eaac" providerId="LiveId" clId="{5ED876D7-88F0-9044-B4BC-46DE9000090B}" dt="2025-11-25T19:35:38.329" v="753" actId="14100"/>
        <pc:sldMkLst>
          <pc:docMk/>
          <pc:sldMk cId="650954712" sldId="262"/>
        </pc:sldMkLst>
        <pc:spChg chg="mod ord">
          <ac:chgData name="Scott Person" userId="107adbf8d412eaac" providerId="LiveId" clId="{5ED876D7-88F0-9044-B4BC-46DE9000090B}" dt="2025-11-25T19:31:27.134" v="493" actId="700"/>
          <ac:spMkLst>
            <pc:docMk/>
            <pc:sldMk cId="650954712" sldId="262"/>
            <ac:spMk id="2" creationId="{ABA33D94-B637-B1A6-4CDA-2E52F7031123}"/>
          </ac:spMkLst>
        </pc:spChg>
        <pc:spChg chg="add del mod">
          <ac:chgData name="Scott Person" userId="107adbf8d412eaac" providerId="LiveId" clId="{5ED876D7-88F0-9044-B4BC-46DE9000090B}" dt="2025-11-25T19:30:48.401" v="444" actId="478"/>
          <ac:spMkLst>
            <pc:docMk/>
            <pc:sldMk cId="650954712" sldId="262"/>
            <ac:spMk id="3" creationId="{91D2E123-7A2C-176E-E999-CAD4E91B104E}"/>
          </ac:spMkLst>
        </pc:spChg>
        <pc:spChg chg="add del mod ord">
          <ac:chgData name="Scott Person" userId="107adbf8d412eaac" providerId="LiveId" clId="{5ED876D7-88F0-9044-B4BC-46DE9000090B}" dt="2025-11-25T19:30:45.575" v="443" actId="700"/>
          <ac:spMkLst>
            <pc:docMk/>
            <pc:sldMk cId="650954712" sldId="262"/>
            <ac:spMk id="4" creationId="{93C08822-CB49-FAF4-D325-F94215DE8258}"/>
          </ac:spMkLst>
        </pc:spChg>
        <pc:spChg chg="add del mod ord">
          <ac:chgData name="Scott Person" userId="107adbf8d412eaac" providerId="LiveId" clId="{5ED876D7-88F0-9044-B4BC-46DE9000090B}" dt="2025-11-25T19:30:45.575" v="443" actId="700"/>
          <ac:spMkLst>
            <pc:docMk/>
            <pc:sldMk cId="650954712" sldId="262"/>
            <ac:spMk id="5" creationId="{853104EA-05D8-9B51-67A2-F83A939D78EE}"/>
          </ac:spMkLst>
        </pc:spChg>
        <pc:spChg chg="add mod ord">
          <ac:chgData name="Scott Person" userId="107adbf8d412eaac" providerId="LiveId" clId="{5ED876D7-88F0-9044-B4BC-46DE9000090B}" dt="2025-11-25T19:34:00.943" v="744" actId="313"/>
          <ac:spMkLst>
            <pc:docMk/>
            <pc:sldMk cId="650954712" sldId="262"/>
            <ac:spMk id="6" creationId="{5C6ED5A2-B2A8-D81C-4477-1F89D1418DCE}"/>
          </ac:spMkLst>
        </pc:spChg>
        <pc:spChg chg="add del mod ord">
          <ac:chgData name="Scott Person" userId="107adbf8d412eaac" providerId="LiveId" clId="{5ED876D7-88F0-9044-B4BC-46DE9000090B}" dt="2025-11-25T19:31:27.134" v="493" actId="700"/>
          <ac:spMkLst>
            <pc:docMk/>
            <pc:sldMk cId="650954712" sldId="262"/>
            <ac:spMk id="7" creationId="{38FD386D-15EB-0E28-2AD2-5757D52DC716}"/>
          </ac:spMkLst>
        </pc:spChg>
        <pc:spChg chg="add mod ord">
          <ac:chgData name="Scott Person" userId="107adbf8d412eaac" providerId="LiveId" clId="{5ED876D7-88F0-9044-B4BC-46DE9000090B}" dt="2025-11-25T19:31:32.249" v="502" actId="20577"/>
          <ac:spMkLst>
            <pc:docMk/>
            <pc:sldMk cId="650954712" sldId="262"/>
            <ac:spMk id="8" creationId="{C2A18A0E-1154-8122-7AF7-BDB49C609A7D}"/>
          </ac:spMkLst>
        </pc:spChg>
        <pc:spChg chg="add mod ord">
          <ac:chgData name="Scott Person" userId="107adbf8d412eaac" providerId="LiveId" clId="{5ED876D7-88F0-9044-B4BC-46DE9000090B}" dt="2025-11-25T19:31:35.880" v="516" actId="20577"/>
          <ac:spMkLst>
            <pc:docMk/>
            <pc:sldMk cId="650954712" sldId="262"/>
            <ac:spMk id="9" creationId="{5A9433C8-7E6F-4E2F-EFBE-BCEC7C7B5CC7}"/>
          </ac:spMkLst>
        </pc:spChg>
        <pc:spChg chg="add mod ord">
          <ac:chgData name="Scott Person" userId="107adbf8d412eaac" providerId="LiveId" clId="{5ED876D7-88F0-9044-B4BC-46DE9000090B}" dt="2025-11-25T19:35:38.329" v="753" actId="14100"/>
          <ac:spMkLst>
            <pc:docMk/>
            <pc:sldMk cId="650954712" sldId="262"/>
            <ac:spMk id="10" creationId="{8B9D3613-F4E6-81A1-7288-6D2EDF90655C}"/>
          </ac:spMkLst>
        </pc:spChg>
      </pc:sldChg>
      <pc:sldChg chg="addSp delSp modSp new mod">
        <pc:chgData name="Scott Person" userId="107adbf8d412eaac" providerId="LiveId" clId="{5ED876D7-88F0-9044-B4BC-46DE9000090B}" dt="2025-11-26T17:47:59.614" v="832" actId="1076"/>
        <pc:sldMkLst>
          <pc:docMk/>
          <pc:sldMk cId="2696745424" sldId="263"/>
        </pc:sldMkLst>
        <pc:spChg chg="mod">
          <ac:chgData name="Scott Person" userId="107adbf8d412eaac" providerId="LiveId" clId="{5ED876D7-88F0-9044-B4BC-46DE9000090B}" dt="2025-11-26T17:45:02.926" v="819" actId="20577"/>
          <ac:spMkLst>
            <pc:docMk/>
            <pc:sldMk cId="2696745424" sldId="263"/>
            <ac:spMk id="2" creationId="{304A542E-AB76-B72A-FB1D-88F1CD24BE5F}"/>
          </ac:spMkLst>
        </pc:spChg>
        <pc:spChg chg="del">
          <ac:chgData name="Scott Person" userId="107adbf8d412eaac" providerId="LiveId" clId="{5ED876D7-88F0-9044-B4BC-46DE9000090B}" dt="2025-11-26T17:44:36.748" v="790" actId="478"/>
          <ac:spMkLst>
            <pc:docMk/>
            <pc:sldMk cId="2696745424" sldId="263"/>
            <ac:spMk id="3" creationId="{F33F3EA5-5A7D-7BAE-1F21-514B964D6509}"/>
          </ac:spMkLst>
        </pc:spChg>
        <pc:picChg chg="add mod modCrop">
          <ac:chgData name="Scott Person" userId="107adbf8d412eaac" providerId="LiveId" clId="{5ED876D7-88F0-9044-B4BC-46DE9000090B}" dt="2025-11-26T17:47:59.614" v="832" actId="1076"/>
          <ac:picMkLst>
            <pc:docMk/>
            <pc:sldMk cId="2696745424" sldId="263"/>
            <ac:picMk id="4" creationId="{50200344-AB0B-B58A-C09F-4F9D372A7773}"/>
          </ac:picMkLst>
        </pc:picChg>
      </pc:sldChg>
      <pc:sldChg chg="addSp delSp modSp new mod chgLayout">
        <pc:chgData name="Scott Person" userId="107adbf8d412eaac" providerId="LiveId" clId="{5ED876D7-88F0-9044-B4BC-46DE9000090B}" dt="2025-11-26T18:05:03.295" v="1157" actId="6549"/>
        <pc:sldMkLst>
          <pc:docMk/>
          <pc:sldMk cId="1718031149" sldId="264"/>
        </pc:sldMkLst>
        <pc:spChg chg="del">
          <ac:chgData name="Scott Person" userId="107adbf8d412eaac" providerId="LiveId" clId="{5ED876D7-88F0-9044-B4BC-46DE9000090B}" dt="2025-11-26T17:55:51.503" v="834" actId="700"/>
          <ac:spMkLst>
            <pc:docMk/>
            <pc:sldMk cId="1718031149" sldId="264"/>
            <ac:spMk id="2" creationId="{2A142728-9654-9397-293B-A7C6D5217269}"/>
          </ac:spMkLst>
        </pc:spChg>
        <pc:spChg chg="del">
          <ac:chgData name="Scott Person" userId="107adbf8d412eaac" providerId="LiveId" clId="{5ED876D7-88F0-9044-B4BC-46DE9000090B}" dt="2025-11-26T17:55:51.503" v="834" actId="700"/>
          <ac:spMkLst>
            <pc:docMk/>
            <pc:sldMk cId="1718031149" sldId="264"/>
            <ac:spMk id="3" creationId="{E71CDE6B-235F-08E8-C400-33046DE5ACFD}"/>
          </ac:spMkLst>
        </pc:spChg>
        <pc:spChg chg="add mod ord">
          <ac:chgData name="Scott Person" userId="107adbf8d412eaac" providerId="LiveId" clId="{5ED876D7-88F0-9044-B4BC-46DE9000090B}" dt="2025-11-26T17:56:02.125" v="845" actId="20577"/>
          <ac:spMkLst>
            <pc:docMk/>
            <pc:sldMk cId="1718031149" sldId="264"/>
            <ac:spMk id="4" creationId="{6177155C-0216-C963-BBD6-52265F92A40C}"/>
          </ac:spMkLst>
        </pc:spChg>
        <pc:spChg chg="add mod ord">
          <ac:chgData name="Scott Person" userId="107adbf8d412eaac" providerId="LiveId" clId="{5ED876D7-88F0-9044-B4BC-46DE9000090B}" dt="2025-11-26T18:05:03.295" v="1157" actId="6549"/>
          <ac:spMkLst>
            <pc:docMk/>
            <pc:sldMk cId="1718031149" sldId="264"/>
            <ac:spMk id="5" creationId="{9986532D-CE8B-E4A3-D1C4-20CDBA0DF4A8}"/>
          </ac:spMkLst>
        </pc:spChg>
        <pc:spChg chg="add del mod">
          <ac:chgData name="Scott Person" userId="107adbf8d412eaac" providerId="LiveId" clId="{5ED876D7-88F0-9044-B4BC-46DE9000090B}" dt="2025-11-26T17:55:59.304" v="836" actId="478"/>
          <ac:spMkLst>
            <pc:docMk/>
            <pc:sldMk cId="1718031149" sldId="264"/>
            <ac:spMk id="6" creationId="{98873DD1-CB16-7FB2-DF8F-DC1BE2C5D5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06727D-4495-3AA7-CB31-A84ACAD73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BB160D-9CE6-F178-D74E-150402669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83E9D-E2F7-F147-980A-BE9704BA753A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472F4-A832-14E8-D284-526CDDFF0C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A23A4-9862-8169-E4C6-621B01EF15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484D3-A2C1-1546-94FF-3E898E0F9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21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1FE298-0988-2A46-BD86-767AD57E8ACC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BFBA4-A099-9544-950F-6BB76D2C5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4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BFBA4-A099-9544-950F-6BB76D2C5F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5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person/querydawg" TargetMode="External"/><Relationship Id="rId2" Type="http://schemas.openxmlformats.org/officeDocument/2006/relationships/hyperlink" Target="https://yale-lily.github.io/spid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sperson@gmail.com" TargetMode="External"/><Relationship Id="rId4" Type="http://schemas.openxmlformats.org/officeDocument/2006/relationships/hyperlink" Target="https://github.com/jsperson/dock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C646-B2A7-5A79-EE30-FC0BAE90D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cap="none" dirty="0" err="1">
                <a:latin typeface="+mn-lt"/>
              </a:rPr>
              <a:t>querydawg.com</a:t>
            </a:r>
            <a:endParaRPr lang="en-US" cap="none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67672-D3DF-4992-73A1-05A56B417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Natural Language Sematic Layer for Text-to-SQL</a:t>
            </a:r>
          </a:p>
          <a:p>
            <a:r>
              <a:rPr lang="en-US" dirty="0"/>
              <a:t>Scott Person 11/24/2025 </a:t>
            </a:r>
          </a:p>
        </p:txBody>
      </p:sp>
    </p:spTree>
    <p:extLst>
      <p:ext uri="{BB962C8B-B14F-4D97-AF65-F5344CB8AC3E}">
        <p14:creationId xmlns:p14="http://schemas.microsoft.com/office/powerpoint/2010/main" val="14857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6AEB-C9FD-3489-ECBD-6F837B44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Text to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8DF5D-0638-1F01-6DFA-FC856320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Primary Question: Demonstrate that natural language semantic layers can bridge the gap between database schemas and business understanding, enabling more accurate text-to-SQL generation while producing valuable documentation.</a:t>
            </a:r>
          </a:p>
          <a:p>
            <a:r>
              <a:rPr lang="en-US"/>
              <a:t>Primary Goal: Explore the use of agentic AI to solve a problem.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52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42E-AB76-B72A-FB1D-88F1CD24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QueryDawg</a:t>
            </a:r>
            <a:r>
              <a:rPr lang="en-US" dirty="0"/>
              <a:t> Data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00344-AB0B-B58A-C09F-4F9D372A7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19" t="5716" r="889" b="970"/>
          <a:stretch/>
        </p:blipFill>
        <p:spPr>
          <a:xfrm>
            <a:off x="1959995" y="1515479"/>
            <a:ext cx="9092317" cy="51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4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110F9-8445-10F0-2587-1F6901921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QueryDawg</a:t>
            </a:r>
            <a:r>
              <a:rPr lang="en-US" dirty="0"/>
              <a:t> – Complete Architecture</a:t>
            </a:r>
          </a:p>
        </p:txBody>
      </p:sp>
      <p:pic>
        <p:nvPicPr>
          <p:cNvPr id="5" name="Content Placeholder 4" descr="A diagram of a data flow&#10;&#10;Description automatically generated">
            <a:extLst>
              <a:ext uri="{FF2B5EF4-FFF2-40B4-BE49-F238E27FC236}">
                <a16:creationId xmlns:a16="http://schemas.microsoft.com/office/drawing/2014/main" id="{01FD7384-B3D9-42E3-A9B6-5E35FEAB0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412" y="1931835"/>
            <a:ext cx="11400203" cy="4186694"/>
          </a:xfrm>
        </p:spPr>
      </p:pic>
    </p:spTree>
    <p:extLst>
      <p:ext uri="{BB962C8B-B14F-4D97-AF65-F5344CB8AC3E}">
        <p14:creationId xmlns:p14="http://schemas.microsoft.com/office/powerpoint/2010/main" val="333667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CA1A27-823C-43DA-D35A-1A4E721E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7093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5D324-A8C2-92EC-C7D2-A4CDCEF5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3292" y="2323680"/>
            <a:ext cx="9601200" cy="1796143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 – automated semantic layer generation doesn’t justify the cost and complexity.</a:t>
            </a:r>
          </a:p>
        </p:txBody>
      </p:sp>
    </p:spTree>
    <p:extLst>
      <p:ext uri="{BB962C8B-B14F-4D97-AF65-F5344CB8AC3E}">
        <p14:creationId xmlns:p14="http://schemas.microsoft.com/office/powerpoint/2010/main" val="354947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3D94-B637-B1A6-4CDA-2E52F703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Next Steps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A18A0E-1154-8122-7AF7-BDB49C609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ED5A2-B2A8-D81C-4477-1F89D1418D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Text to SQL isn’t hard</a:t>
            </a:r>
          </a:p>
          <a:p>
            <a:r>
              <a:rPr lang="en-US" dirty="0"/>
              <a:t>Features are (almost) free</a:t>
            </a:r>
          </a:p>
          <a:p>
            <a:r>
              <a:rPr lang="en-US" dirty="0"/>
              <a:t>Learning curves are flattening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9433C8-7E6F-4E2F-EFBE-BCEC7C7B5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9D3613-F4E6-81A1-7288-6D2EDF906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558318" cy="2562193"/>
          </a:xfrm>
        </p:spPr>
        <p:txBody>
          <a:bodyPr/>
          <a:lstStyle/>
          <a:p>
            <a:r>
              <a:rPr lang="en-US" dirty="0"/>
              <a:t>Hand tune the prompt for Spider 1.0</a:t>
            </a:r>
          </a:p>
          <a:p>
            <a:r>
              <a:rPr lang="en-US" dirty="0"/>
              <a:t>Add human analyst input to semantic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5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2562CC-AD40-A364-6457-6AA8BB62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938" y="2937259"/>
            <a:ext cx="10103617" cy="1485900"/>
          </a:xfrm>
        </p:spPr>
        <p:txBody>
          <a:bodyPr/>
          <a:lstStyle/>
          <a:p>
            <a:r>
              <a:rPr lang="en-US" dirty="0"/>
              <a:t>Key Takeaway – Find a use case and build</a:t>
            </a:r>
          </a:p>
        </p:txBody>
      </p:sp>
    </p:spTree>
    <p:extLst>
      <p:ext uri="{BB962C8B-B14F-4D97-AF65-F5344CB8AC3E}">
        <p14:creationId xmlns:p14="http://schemas.microsoft.com/office/powerpoint/2010/main" val="89017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77155C-0216-C963-BBD6-52265F92A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86532D-CE8B-E4A3-D1C4-20CDBA0DF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4946"/>
            <a:ext cx="9601200" cy="4062454"/>
          </a:xfrm>
        </p:spPr>
        <p:txBody>
          <a:bodyPr/>
          <a:lstStyle/>
          <a:p>
            <a:r>
              <a:rPr lang="en-US" dirty="0"/>
              <a:t>Claude Code – primary development tool</a:t>
            </a:r>
          </a:p>
          <a:p>
            <a:r>
              <a:rPr lang="en-US" dirty="0"/>
              <a:t>OpenAI Codex – brainstorming, code review</a:t>
            </a:r>
          </a:p>
          <a:p>
            <a:r>
              <a:rPr lang="en-US" dirty="0"/>
              <a:t>Google Gemini – diagrams</a:t>
            </a:r>
          </a:p>
          <a:p>
            <a:r>
              <a:rPr lang="en-US" dirty="0"/>
              <a:t>Technology components: </a:t>
            </a:r>
            <a:r>
              <a:rPr lang="en-US" dirty="0" err="1"/>
              <a:t>Vercel</a:t>
            </a:r>
            <a:r>
              <a:rPr lang="en-US" dirty="0"/>
              <a:t>, Railway, </a:t>
            </a:r>
            <a:r>
              <a:rPr lang="en-US" dirty="0" err="1"/>
              <a:t>Supabase</a:t>
            </a:r>
            <a:r>
              <a:rPr lang="en-US" dirty="0"/>
              <a:t>, </a:t>
            </a:r>
            <a:r>
              <a:rPr lang="en-US" dirty="0" err="1"/>
              <a:t>Turso</a:t>
            </a:r>
            <a:r>
              <a:rPr lang="en-US" dirty="0"/>
              <a:t>, Pinecone, OpenAI API</a:t>
            </a:r>
          </a:p>
          <a:p>
            <a:r>
              <a:rPr lang="en-US" dirty="0"/>
              <a:t>Spider 1.0 Benchmark: </a:t>
            </a:r>
            <a:r>
              <a:rPr lang="en-US" dirty="0">
                <a:hlinkClick r:id="rId2"/>
              </a:rPr>
              <a:t>https://yale-lily.github.io/spider</a:t>
            </a:r>
            <a:endParaRPr lang="en-US" dirty="0"/>
          </a:p>
          <a:p>
            <a:r>
              <a:rPr lang="en-US" dirty="0">
                <a:hlinkClick r:id="rId3"/>
              </a:rPr>
              <a:t>https://github.com/jsperson/querydawg</a:t>
            </a:r>
            <a:endParaRPr lang="en-US" dirty="0"/>
          </a:p>
          <a:p>
            <a:r>
              <a:rPr lang="en-US" dirty="0">
                <a:hlinkClick r:id="rId4"/>
              </a:rPr>
              <a:t>https://github.com/jsperson/docker</a:t>
            </a:r>
            <a:endParaRPr lang="en-US" dirty="0"/>
          </a:p>
          <a:p>
            <a:r>
              <a:rPr lang="en-US" dirty="0">
                <a:hlinkClick r:id="rId5"/>
              </a:rPr>
              <a:t>jsperson@gmail.com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031149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2660</TotalTime>
  <Words>196</Words>
  <Application>Microsoft Macintosh PowerPoint</Application>
  <PresentationFormat>Widescreen</PresentationFormat>
  <Paragraphs>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Franklin Gothic Book</vt:lpstr>
      <vt:lpstr>Crop</vt:lpstr>
      <vt:lpstr>querydawg.com</vt:lpstr>
      <vt:lpstr>Improving Text to SQL</vt:lpstr>
      <vt:lpstr>QueryDawg Data Flow</vt:lpstr>
      <vt:lpstr>QueryDawg – Complete Architecture</vt:lpstr>
      <vt:lpstr>Demo</vt:lpstr>
      <vt:lpstr>Conclusion – automated semantic layer generation doesn’t justify the cost and complexity.</vt:lpstr>
      <vt:lpstr>Takeaways and Next Steps</vt:lpstr>
      <vt:lpstr>Key Takeaway – Find a use case and build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Person</dc:creator>
  <cp:lastModifiedBy>Scott Person</cp:lastModifiedBy>
  <cp:revision>1</cp:revision>
  <dcterms:created xsi:type="dcterms:W3CDTF">2025-11-24T23:00:49Z</dcterms:created>
  <dcterms:modified xsi:type="dcterms:W3CDTF">2025-11-26T19:23:49Z</dcterms:modified>
</cp:coreProperties>
</file>